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RPA Automation &amp; RateStats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D0D8E8"/>
                </a:solidFill>
                <a:latin typeface="Calibri"/>
              </a:rPr>
              <a:t>Industrial Attachment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8D0E0"/>
                </a:solidFill>
                <a:latin typeface="Calibri"/>
              </a:rPr>
              <a:t>Xu Wenzhe</a:t>
            </a:r>
          </a:p>
          <a:p>
            <a:pPr algn="ctr"/>
            <a:r>
              <a:rPr sz="1600" b="0">
                <a:solidFill>
                  <a:srgbClr val="C8D0E0"/>
                </a:solidFill>
                <a:latin typeface="Calibri"/>
              </a:rPr>
              <a:t>Bank of China Singapore Branch  ·  Financial Technology Department</a:t>
            </a:r>
          </a:p>
          <a:p>
            <a:pPr algn="ctr"/>
            <a:r>
              <a:rPr sz="1600" b="0">
                <a:solidFill>
                  <a:srgbClr val="C8D0E0"/>
                </a:solidFill>
                <a:latin typeface="Calibri"/>
              </a:rPr>
              <a:t>NUS-ISS Diploma in Infocomm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~10 minutes  ·  two equal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444444"/>
                </a:solidFill>
                <a:latin typeface="Calibri"/>
              </a:rPr>
              <a:t>•  Background &amp; my role in FinTech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444444"/>
                </a:solidFill>
                <a:latin typeface="Calibri"/>
              </a:rPr>
              <a:t>•  Part 1 — Robotic Process Automation (RPA)  ≈ 4 min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444444"/>
                </a:solidFill>
                <a:latin typeface="Calibri"/>
              </a:rPr>
              <a:t>•  Part 2 — RateStats AI market-rate pipeline  ≈ 4 min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444444"/>
                </a:solidFill>
                <a:latin typeface="Calibri"/>
              </a:rPr>
              <a:t>•  Status, business value &amp;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Background &amp;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Bank of China Singapore ·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Host: Bank of China Singapore Branch — Financial Technology Department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Role: Developer — build automation that operations teams can run safely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Constraint: banking security &amp; compliance — cannot freely use external LLM / cloud agents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Two workstreams: (1) RPA for fixed internal processes  (2) controlled AI Search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Part 1 — RPA: What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Secure automation for fixed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RPA = software robots / scripts that run a fixed process end to 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Typical steps: download files → update Excel → hand off to the next team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Looks simple — but critical in banking: consistent, auditable, low leakage risk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Why not external AI? Sensitive steps must stay on bank-approved systems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Value: free staff from copy-paste work → more time for exceptions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Part 1 — RPA: What I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Developer for assigned operational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Received process requirements from operations / business owners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Implemented &amp; debugged automation (download / Excel transform / hand-off)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Validated outputs with stakeholders; handed over runnable bots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Production details confidential — only sanitized demos outside the bank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Status: delivered into production use (Completed)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Part 1 — RPA Demo (Sanitized)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20–30 seconds · no production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45920"/>
            <a:ext cx="7589520" cy="3840480"/>
          </a:xfrm>
          <a:prstGeom prst="rect">
            <a:avLst/>
          </a:prstGeom>
          <a:solidFill>
            <a:srgbClr val="F5F7FA"/>
          </a:solidFill>
          <a:ln>
            <a:solidFill>
              <a:srgbClr val="1A4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B2C5E"/>
                </a:solidFill>
                <a:latin typeface="Calibri"/>
              </a:rPr>
              <a:t>[ Insert RPA demo GIF / short video here ]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Example flow: open site → download → update Excel → finish hand-off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Part 2 — RateStats AI: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First controlled AI pilot for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Goal: explore AI carefully under bank security boundaries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Not a cloud LLM agent — focused use of AI Search + Python extraction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Business need: collect competitor / market deposit rates into standard Excel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My role: full cycle — requirements → design → code → Excel delivery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Other departments provide needs; I deliver MarketRateData &amp; Rainbow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Part 2 — Scope &amp;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~17 banks · 4 rate types · ≈ 47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Stage 1 — AI Search: find the correct rate page URL for each destination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Stage 2 — Python: fetch HTML / PDF / API → clean → write Excel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Per bank (example ICBC): SGD board, SGD promo, FCY board, FCY promo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≈ 17 Singapore banks / institutions → dozens of destination keys (~47)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Output: MarketRateData workbook + Rainbow Table for market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Part 2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Discover → Score → Extract →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2377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/>
              </a:rPr>
              <a:t>1. Discover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Vertex AI Search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candidate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2880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011680"/>
            <a:ext cx="2377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/>
              </a:rPr>
              <a:t>2. Score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Rules + ML picker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host whitelist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2880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2377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/>
              </a:rPr>
              <a:t>3. Extract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HTML / PDF / API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parsers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880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88A2E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011680"/>
            <a:ext cx="237744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3317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2C5E"/>
                </a:solidFill>
                <a:latin typeface="Calibri"/>
              </a:rPr>
              <a:t>4. Output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MarketRateData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Calibri"/>
              </a:rPr>
              <a:t>+ Rainbow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44444"/>
                </a:solidFill>
                <a:latin typeface="Calibri"/>
              </a:rPr>
              <a:t>Key idea: AI proposes links · rules + ML decide which link is valid · parsers produce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Part 2 — Challenge &amp;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Plausible but wrong URLs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Problem: AI may return wrong bank (e.g. ICBC request → HLF domain)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Problem: same bank, wrong page type (e.g. OCBC Premier vs SGD board page)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Fix: domain whitelist (url_host_rules) + hard-reject + ML URL ranker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Hybrid: rules when clear · ML when ambiguous (blend=0.15, min_proba=0.12)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Result: ~95% URL hit rate on evaluation · safer than pure AI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Status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C = Completed · I = 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RPA bots for fixed workflows — Production (C)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AI discovery + rule scoring + extraction + Excel pipeline — Production (C)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ML hybrid picker — Integrated / tuning continues (I on Production)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Value: less manual URL / Excel toil · ~95% discovery accuracy · bank-safe AI scope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•  Benchmark: Vertex / Serper / Brave / Tavily → Vertex preferred for this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0D8E8"/>
                </a:solidFill>
                <a:latin typeface="Calibri"/>
              </a:rPr>
              <a:t>One theme · two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RPA: mature, auditable automation for sensitive fixed processes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RateStats: controlled AI Search + Python → market rate Excel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Together: reduce manual work without crossing bank security boundaries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Thank you — happy to take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Calibri"/>
              </a:rPr>
              <a:t>Bank of China Singapore | FinTech IA  |  Xu Wenzhe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